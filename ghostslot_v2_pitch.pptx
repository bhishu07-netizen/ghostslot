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Shortage risk %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10am</c:v>
                  </c:pt>
                  <c:pt idx="1">
                    <c:v>11am</c:v>
                  </c:pt>
                  <c:pt idx="2">
                    <c:v>12pm</c:v>
                  </c:pt>
                  <c:pt idx="3">
                    <c:v>1pm</c:v>
                  </c:pt>
                  <c:pt idx="4">
                    <c:v>2pm</c:v>
                  </c:pt>
                  <c:pt idx="5">
                    <c:v>3pm</c:v>
                  </c:pt>
                  <c:pt idx="6">
                    <c:v>4pm</c:v>
                  </c:pt>
                  <c:pt idx="7">
                    <c:v>5pm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28</c:v>
                </c:pt>
                <c:pt idx="2">
                  <c:v>55</c:v>
                </c:pt>
                <c:pt idx="3">
                  <c:v>82</c:v>
                </c:pt>
                <c:pt idx="4">
                  <c:v>48</c:v>
                </c:pt>
                <c:pt idx="5">
                  <c:v>27</c:v>
                </c:pt>
                <c:pt idx="6">
                  <c:v>58</c:v>
                </c:pt>
                <c:pt idx="7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F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9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7620" cap="flat">
              <a:solidFill>
                <a:srgbClr val="2A2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F1F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9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72B"/>
        </a:solidFill>
        <a:ln>
          <a:noFill/>
        </a:ln>
        <a:effectLst/>
      </c:spPr>
    </c:plotArea>
    <c:plotVisOnly val="1"/>
    <c:dispBlanksAs val="span"/>
  </c:chart>
  <c:spPr>
    <a:solidFill>
      <a:srgbClr val="1717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3" name="Shape 1"/>
          <p:cNvSpPr/>
          <p:nvPr/>
        </p:nvSpPr>
        <p:spPr>
          <a:xfrm>
            <a:off x="8970264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4" name="Shape 2"/>
          <p:cNvSpPr/>
          <p:nvPr/>
        </p:nvSpPr>
        <p:spPr>
          <a:xfrm>
            <a:off x="9253728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5" name="Shape 3"/>
          <p:cNvSpPr/>
          <p:nvPr/>
        </p:nvSpPr>
        <p:spPr>
          <a:xfrm>
            <a:off x="9537192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6" name="Shape 4"/>
          <p:cNvSpPr/>
          <p:nvPr/>
        </p:nvSpPr>
        <p:spPr>
          <a:xfrm>
            <a:off x="9820656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7" name="Shape 5"/>
          <p:cNvSpPr/>
          <p:nvPr/>
        </p:nvSpPr>
        <p:spPr>
          <a:xfrm>
            <a:off x="10104120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8" name="Shape 6"/>
          <p:cNvSpPr/>
          <p:nvPr/>
        </p:nvSpPr>
        <p:spPr>
          <a:xfrm>
            <a:off x="10387584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9" name="Shape 7"/>
          <p:cNvSpPr/>
          <p:nvPr/>
        </p:nvSpPr>
        <p:spPr>
          <a:xfrm>
            <a:off x="10671048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1F1F38"/>
          </a:solidFill>
          <a:ln/>
        </p:spPr>
      </p:sp>
      <p:sp>
        <p:nvSpPr>
          <p:cNvPr id="10" name="Shape 8"/>
          <p:cNvSpPr/>
          <p:nvPr/>
        </p:nvSpPr>
        <p:spPr>
          <a:xfrm>
            <a:off x="10954512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1F1F38"/>
          </a:solidFill>
          <a:ln/>
        </p:spPr>
      </p:sp>
      <p:sp>
        <p:nvSpPr>
          <p:cNvPr id="11" name="Shape 9"/>
          <p:cNvSpPr/>
          <p:nvPr/>
        </p:nvSpPr>
        <p:spPr>
          <a:xfrm>
            <a:off x="11237976" y="914400"/>
            <a:ext cx="192024" cy="914400"/>
          </a:xfrm>
          <a:prstGeom prst="roundRect">
            <a:avLst>
              <a:gd name="adj" fmla="val 19048"/>
            </a:avLst>
          </a:prstGeom>
          <a:solidFill>
            <a:srgbClr val="1F1F3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</a:t>
            </a:r>
            <a:pPr indent="0" marL="0">
              <a:buNone/>
            </a:pPr>
            <a:r>
              <a:rPr lang="en-US" sz="62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658368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Campus Space Intelligence System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977640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0F0E1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7764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NLP Search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21408" y="3977640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2A2440"/>
          </a:solidFill>
          <a:ln/>
        </p:spPr>
      </p:sp>
      <p:sp>
        <p:nvSpPr>
          <p:cNvPr id="17" name="Text 15"/>
          <p:cNvSpPr/>
          <p:nvPr/>
        </p:nvSpPr>
        <p:spPr>
          <a:xfrm>
            <a:off x="2121408" y="397764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Scoring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84448" y="3977640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0F0E17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397764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Forecast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4343400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0F0E1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3434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+ 🖥 Responsive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21408" y="43434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0F0E17"/>
          </a:solidFill>
          <a:ln/>
        </p:spPr>
      </p:sp>
      <p:sp>
        <p:nvSpPr>
          <p:cNvPr id="23" name="Text 21"/>
          <p:cNvSpPr/>
          <p:nvPr/>
        </p:nvSpPr>
        <p:spPr>
          <a:xfrm>
            <a:off x="2121408" y="43434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Auth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84448" y="4343400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0F0E17"/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434340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CSV Import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937760"/>
            <a:ext cx="4389120" cy="475488"/>
          </a:xfrm>
          <a:prstGeom prst="roundRect">
            <a:avLst>
              <a:gd name="adj" fmla="val 50000"/>
            </a:avLst>
          </a:prstGeom>
          <a:solidFill>
            <a:srgbClr val="17172B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9377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BharatX: AI Innovation Arena 2026 · CU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[Your Name]  ·  BE CSE, Chandigarh University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period. No room. Every single day.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74720" cy="3474720"/>
          </a:xfrm>
          <a:prstGeom prst="roundRect">
            <a:avLst>
              <a:gd name="adj" fmla="val 3684"/>
            </a:avLst>
          </a:prstGeom>
          <a:solidFill>
            <a:srgbClr val="17172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96112" y="3017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34747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wander between blocks with no idea which rooms are actually free. There's no way to know before you walk there.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240280"/>
            <a:ext cx="3474720" cy="3474720"/>
          </a:xfrm>
          <a:prstGeom prst="roundRect">
            <a:avLst>
              <a:gd name="adj" fmla="val 3684"/>
            </a:avLst>
          </a:prstGeom>
          <a:solidFill>
            <a:srgbClr val="17172B"/>
          </a:solidFill>
          <a:ln/>
        </p:spPr>
      </p:sp>
      <p:sp>
        <p:nvSpPr>
          <p:cNvPr id="9" name="Text 7"/>
          <p:cNvSpPr/>
          <p:nvPr/>
        </p:nvSpPr>
        <p:spPr>
          <a:xfrm>
            <a:off x="4599432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99432" y="3017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capacity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34747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sit empty for hours while the university plans to build more. The data to fix this exists — it's just being ignored.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240280"/>
            <a:ext cx="3474720" cy="3474720"/>
          </a:xfrm>
          <a:prstGeom prst="roundRect">
            <a:avLst>
              <a:gd name="adj" fmla="val 3684"/>
            </a:avLst>
          </a:prstGeom>
          <a:solidFill>
            <a:srgbClr val="17172B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02752" y="3017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prediction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2752" y="34747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sees a space crunch coming. By 1pm it's too late and 60 people are standing outside a locked lecture theatre.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GhostSlot turns dead space into found time.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system that understands what you need, finds the best available space, and shows universities where their capacity is hiding.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37560" cy="3200400"/>
          </a:xfrm>
          <a:prstGeom prst="roundRect">
            <a:avLst>
              <a:gd name="adj" fmla="val 4000"/>
            </a:avLst>
          </a:prstGeom>
          <a:solidFill>
            <a:srgbClr val="17172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76148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76148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3364992"/>
            <a:ext cx="28254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natural language. Score every free room against what the student actually needs.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2468880"/>
            <a:ext cx="3337560" cy="3200400"/>
          </a:xfrm>
          <a:prstGeom prst="roundRect">
            <a:avLst>
              <a:gd name="adj" fmla="val 4000"/>
            </a:avLst>
          </a:prstGeom>
          <a:solidFill>
            <a:srgbClr val="17172B"/>
          </a:solidFill>
          <a:ln/>
        </p:spPr>
      </p:sp>
      <p:sp>
        <p:nvSpPr>
          <p:cNvPr id="10" name="Shape 8"/>
          <p:cNvSpPr/>
          <p:nvPr/>
        </p:nvSpPr>
        <p:spPr>
          <a:xfrm>
            <a:off x="4535424" y="2761488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D4FF3F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27614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35424" y="3364992"/>
            <a:ext cx="28254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rooms by duration fit, distance, vibe, amenities, and historical utilization.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18704" y="2468880"/>
            <a:ext cx="3337560" cy="3200400"/>
          </a:xfrm>
          <a:prstGeom prst="roundRect">
            <a:avLst>
              <a:gd name="adj" fmla="val 4000"/>
            </a:avLst>
          </a:prstGeom>
          <a:solidFill>
            <a:srgbClr val="171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8174736" y="2761488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F5D73"/>
          </a:solidFill>
          <a:ln/>
        </p:spPr>
      </p:sp>
      <p:sp>
        <p:nvSpPr>
          <p:cNvPr id="15" name="Text 13"/>
          <p:cNvSpPr/>
          <p:nvPr/>
        </p:nvSpPr>
        <p:spPr>
          <a:xfrm>
            <a:off x="8174736" y="27614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74736" y="3364992"/>
            <a:ext cx="28254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shortage hours. Flag underused rooms. Let the university reallocate before it builds.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words to a room, in under a second.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flows through a local intent parser, a multi-factor scoring engine, and a live availability check.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51760" cy="3429000"/>
          </a:xfrm>
          <a:prstGeom prst="roundRect">
            <a:avLst>
              <a:gd name="adj" fmla="val 4828"/>
            </a:avLst>
          </a:prstGeom>
          <a:solidFill>
            <a:srgbClr val="1717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532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30815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Parser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3502152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duration, vibe, location, and amenity requirements from plain text — no rigid keywords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4937760"/>
            <a:ext cx="2176272" cy="621792"/>
          </a:xfrm>
          <a:prstGeom prst="roundRect">
            <a:avLst>
              <a:gd name="adj" fmla="val 11765"/>
            </a:avLst>
          </a:prstGeom>
          <a:solidFill>
            <a:srgbClr val="0A0918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49651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4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"quiet place near CSE for 90 mins with charging"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00984" y="3845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29584" y="2331720"/>
            <a:ext cx="2651760" cy="3429000"/>
          </a:xfrm>
          <a:prstGeom prst="roundRect">
            <a:avLst>
              <a:gd name="adj" fmla="val 4828"/>
            </a:avLst>
          </a:prstGeom>
          <a:solidFill>
            <a:srgbClr val="17172B"/>
          </a:solidFill>
          <a:ln/>
        </p:spPr>
      </p:sp>
      <p:sp>
        <p:nvSpPr>
          <p:cNvPr id="13" name="Text 11"/>
          <p:cNvSpPr/>
          <p:nvPr/>
        </p:nvSpPr>
        <p:spPr>
          <a:xfrm>
            <a:off x="3767328" y="2532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67328" y="30815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67328" y="3502152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parsed intent into structured preferences. Duration, vibe, location, capacity, tags.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67328" y="4937760"/>
            <a:ext cx="2176272" cy="621792"/>
          </a:xfrm>
          <a:prstGeom prst="roundRect">
            <a:avLst>
              <a:gd name="adj" fmla="val 11765"/>
            </a:avLst>
          </a:prstGeom>
          <a:solidFill>
            <a:srgbClr val="0A091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49651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4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duration:90, vibe:"quiet", location:"CSE", needs:["plug"]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90488" y="3845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19088" y="2331720"/>
            <a:ext cx="2651760" cy="3429000"/>
          </a:xfrm>
          <a:prstGeom prst="roundRect">
            <a:avLst>
              <a:gd name="adj" fmla="val 4828"/>
            </a:avLst>
          </a:prstGeom>
          <a:solidFill>
            <a:srgbClr val="17172B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2532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56832" y="30815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56832" y="3502152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6 factors: availability, requirements, distance, vibe, utilization, capacity. Returns 0–100 match score.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56832" y="4937760"/>
            <a:ext cx="2176272" cy="621792"/>
          </a:xfrm>
          <a:prstGeom prst="roundRect">
            <a:avLst>
              <a:gd name="adj" fmla="val 11765"/>
            </a:avLst>
          </a:prstGeom>
          <a:solidFill>
            <a:srgbClr val="0A0918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49651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4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 Lab 9: 98% · A2·104: 55%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79992" y="3845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08592" y="2331720"/>
            <a:ext cx="2651760" cy="3429000"/>
          </a:xfrm>
          <a:prstGeom prst="roundRect">
            <a:avLst>
              <a:gd name="adj" fmla="val 4828"/>
            </a:avLst>
          </a:prstGeom>
          <a:solidFill>
            <a:srgbClr val="17172B"/>
          </a:solidFill>
          <a:ln/>
        </p:spPr>
      </p:sp>
      <p:sp>
        <p:nvSpPr>
          <p:cNvPr id="27" name="Text 25"/>
          <p:cNvSpPr/>
          <p:nvPr/>
        </p:nvSpPr>
        <p:spPr>
          <a:xfrm>
            <a:off x="9546336" y="2532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46336" y="30815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Engine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46336" y="3502152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the room into roomSlots state. Room becomes immediately unavailable to others. Live countdown begins.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546336" y="4937760"/>
            <a:ext cx="2176272" cy="621792"/>
          </a:xfrm>
          <a:prstGeom prst="roundRect">
            <a:avLst>
              <a:gd name="adj" fmla="val 11765"/>
            </a:avLst>
          </a:prstGeom>
          <a:solidFill>
            <a:srgbClr val="0A0918"/>
          </a:solidFill>
          <a:ln/>
        </p:spPr>
      </p:sp>
      <p:sp>
        <p:nvSpPr>
          <p:cNvPr id="31" name="Text 29"/>
          <p:cNvSpPr/>
          <p:nvPr/>
        </p:nvSpPr>
        <p:spPr>
          <a:xfrm>
            <a:off x="9619488" y="49651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4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Reserved by you · 48 min remaining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SPACE EXPLORER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&amp; Filter like a shopping app.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 doesn't use dropdowns. They use Swiggy-style filter sheets. So we built one for classrooms.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4297680"/>
          </a:xfrm>
          <a:prstGeom prst="roundRect">
            <a:avLst>
              <a:gd name="adj" fmla="val 2979"/>
            </a:avLst>
          </a:prstGeom>
          <a:solidFill>
            <a:srgbClr val="1F1F3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87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&amp; Filter 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2487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6112" y="3246120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D4FF3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2461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Best Match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324612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D4FF3F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3246120"/>
            <a:ext cx="1193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Free First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7852" y="32461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7172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7852" y="3246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🚶 Nearest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" y="3931920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17172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931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Classroom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3931920"/>
            <a:ext cx="649224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19" name="Text 17"/>
          <p:cNvSpPr/>
          <p:nvPr/>
        </p:nvSpPr>
        <p:spPr>
          <a:xfrm>
            <a:off x="2103120" y="3931920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Lab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43784" y="3931920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17172B"/>
          </a:solidFill>
          <a:ln/>
        </p:spPr>
      </p:sp>
      <p:sp>
        <p:nvSpPr>
          <p:cNvPr id="21" name="Text 19"/>
          <p:cNvSpPr/>
          <p:nvPr/>
        </p:nvSpPr>
        <p:spPr>
          <a:xfrm>
            <a:off x="2843784" y="3931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🧘 Study Pod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96112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" y="46177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617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Charging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47672" y="4617720"/>
            <a:ext cx="882396" cy="274320"/>
          </a:xfrm>
          <a:prstGeom prst="roundRect">
            <a:avLst>
              <a:gd name="adj" fmla="val 50000"/>
            </a:avLst>
          </a:prstGeom>
          <a:solidFill>
            <a:srgbClr val="17172B"/>
          </a:solidFill>
          <a:ln/>
        </p:spPr>
      </p:sp>
      <p:sp>
        <p:nvSpPr>
          <p:cNvPr id="26" name="Text 24"/>
          <p:cNvSpPr/>
          <p:nvPr/>
        </p:nvSpPr>
        <p:spPr>
          <a:xfrm>
            <a:off x="1947672" y="4617720"/>
            <a:ext cx="88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 Wi-Fi+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1508" y="4617720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17172B"/>
          </a:solidFill>
          <a:ln/>
        </p:spPr>
      </p:sp>
      <p:sp>
        <p:nvSpPr>
          <p:cNvPr id="28" name="Text 26"/>
          <p:cNvSpPr/>
          <p:nvPr/>
        </p:nvSpPr>
        <p:spPr>
          <a:xfrm>
            <a:off x="2921508" y="4617720"/>
            <a:ext cx="571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AC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6112" y="5303520"/>
            <a:ext cx="4754880" cy="411480"/>
          </a:xfrm>
          <a:prstGeom prst="roundRect">
            <a:avLst>
              <a:gd name="adj" fmla="val 22222"/>
            </a:avLst>
          </a:prstGeom>
          <a:solidFill>
            <a:srgbClr val="7C5CFF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5303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results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23042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01968" y="23042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options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01968" y="25603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Match, Free First, Nearest, Least Busy, Largest — same way Swiggy sorts restaurants.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9626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01968" y="29626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filter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01968" y="32186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Classroom, Lab, Lecture Hall, Study Pod — find what actually fits your task.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6210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01968" y="3621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time filter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601968" y="387705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≤3 min / ≤5 min / ≤8 min — so you don't book a room that's 10 minutes away with 15 free.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27939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01968" y="42793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bands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601968" y="45354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Cozy (≤20), Medium, Large — stop booking a 120-seat lecture hall for two people.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49377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01968" y="49377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filter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601968" y="51937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/ Quiet-ish / Background hum / Chaos energy — maps to real room character.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55961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01968" y="55961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descriptions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601968" y="58521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room has a plain-language blurb so students know what they're booking before they walk there.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3659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BOOKING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actually lock when someone books them.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 timer — the room gets written into the timetable state and disappears from other students' results immediately.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17172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724912"/>
            <a:ext cx="89977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724912"/>
            <a:ext cx="89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NOW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96112" y="31272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105m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34930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for 1h 45m · within your requested duration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17172B"/>
          </a:solidFill>
          <a:ln/>
        </p:spPr>
      </p:sp>
      <p:sp>
        <p:nvSpPr>
          <p:cNvPr id="11" name="Shape 9"/>
          <p:cNvSpPr/>
          <p:nvPr/>
        </p:nvSpPr>
        <p:spPr>
          <a:xfrm>
            <a:off x="6519672" y="2724912"/>
            <a:ext cx="1347826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724912"/>
            <a:ext cx="1347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ON TIME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19672" y="31272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25m available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19672" y="34930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is free but not for long enough — shown but ranked lower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171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" y="4828032"/>
            <a:ext cx="89977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828032"/>
            <a:ext cx="89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OCCUPIED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till 13:00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96112" y="55961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used by another class — locked, can't book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57200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171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4828032"/>
            <a:ext cx="1347826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828032"/>
            <a:ext cx="1347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BY YOU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19672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min remaining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9672" y="55961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active reservation — shows countdown, release early button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ALREADY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mockup. A working app.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+ mobile responsive. Login-gated. All features live and interactive.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2395728"/>
            <a:ext cx="292608" cy="2926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359152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2761488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'quiet room near CSE for 90 min with charging' — no rigid filters needed.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43984" y="2103120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2395728"/>
            <a:ext cx="292608" cy="292608"/>
          </a:xfrm>
          <a:prstGeom prst="ellipse">
            <a:avLst/>
          </a:prstGeom>
          <a:solidFill>
            <a:srgbClr val="D4FF3F"/>
          </a:solidFill>
          <a:ln/>
        </p:spPr>
      </p:sp>
      <p:sp>
        <p:nvSpPr>
          <p:cNvPr id="11" name="Text 9"/>
          <p:cNvSpPr/>
          <p:nvPr/>
        </p:nvSpPr>
        <p:spPr>
          <a:xfrm>
            <a:off x="5084064" y="2359152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2761488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every room 0–100 across 6 factors. Best match surfaced first with explanation.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47888" y="2103120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8485632" y="2395728"/>
            <a:ext cx="292608" cy="29260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15" name="Text 13"/>
          <p:cNvSpPr/>
          <p:nvPr/>
        </p:nvSpPr>
        <p:spPr>
          <a:xfrm>
            <a:off x="8887968" y="2359152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&amp; Filter Panel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85632" y="2761488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7-category Swiggy-style filter drawer: sort, type, walk time, capacity, vibe, amenities.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712464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" y="4005072"/>
            <a:ext cx="292608" cy="2926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3968496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Descriptions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" y="437083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room has a human-readable blurb — what it's like, what it's good for.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43984" y="3712464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1728" y="4005072"/>
            <a:ext cx="292608" cy="292608"/>
          </a:xfrm>
          <a:prstGeom prst="ellipse">
            <a:avLst/>
          </a:prstGeom>
          <a:solidFill>
            <a:srgbClr val="D4FF3F"/>
          </a:solidFill>
          <a:ln/>
        </p:spPr>
      </p:sp>
      <p:sp>
        <p:nvSpPr>
          <p:cNvPr id="23" name="Text 21"/>
          <p:cNvSpPr/>
          <p:nvPr/>
        </p:nvSpPr>
        <p:spPr>
          <a:xfrm>
            <a:off x="5084064" y="3968496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Booking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81728" y="437083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the room in state. Countdown timer. Other students can't book it. Early release = +karma.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47888" y="3712464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8485632" y="4005072"/>
            <a:ext cx="292608" cy="29260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27" name="Text 25"/>
          <p:cNvSpPr/>
          <p:nvPr/>
        </p:nvSpPr>
        <p:spPr>
          <a:xfrm>
            <a:off x="8887968" y="3968496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85632" y="437083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shortage risk chart per hour — calculated from timetable + utilization, not hardcoded.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321808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877824" y="5614416"/>
            <a:ext cx="292608" cy="2926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80160" y="557784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Import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" y="5980176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Bulk-upload your timetable or all room timetables. Validates, deduplicates, shows import summary.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43984" y="5321808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4681728" y="5614416"/>
            <a:ext cx="292608" cy="292608"/>
          </a:xfrm>
          <a:prstGeom prst="ellipse">
            <a:avLst/>
          </a:prstGeom>
          <a:solidFill>
            <a:srgbClr val="D4FF3F"/>
          </a:solidFill>
          <a:ln/>
        </p:spPr>
      </p:sp>
      <p:sp>
        <p:nvSpPr>
          <p:cNvPr id="35" name="Text 33"/>
          <p:cNvSpPr/>
          <p:nvPr/>
        </p:nvSpPr>
        <p:spPr>
          <a:xfrm>
            <a:off x="5084064" y="557784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Auth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81728" y="5980176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Roll-number login + sign-up. Students only. Karma, badges, booking history per user.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47888" y="5321808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171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8485632" y="5614416"/>
            <a:ext cx="292608" cy="29260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39" name="Text 37"/>
          <p:cNvSpPr/>
          <p:nvPr/>
        </p:nvSpPr>
        <p:spPr>
          <a:xfrm>
            <a:off x="8887968" y="557784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+ Mobile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85632" y="5980176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nav on desktop, bottom nav on mobile. 2-column room grid on wider screens.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3659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AI ACTUALLY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today. Ambitious about tomorrow.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874520"/>
          </a:xfrm>
          <a:prstGeom prst="roundRect">
            <a:avLst>
              <a:gd name="adj" fmla="val 6829"/>
            </a:avLst>
          </a:prstGeom>
          <a:solidFill>
            <a:srgbClr val="17172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built &amp; working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96112" y="25146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NLP intent parser + multi-factor scoring engine. Understands natural language requests, ranks rooms 0–100 across 6 weighted dimensions. No external API, no hallucinations, no API keys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17172B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the hackathon build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local parser for a real LLM call. Train a time-series model on booking logs to replace the heuristic forecast. The architecture is already designed for this — one function swap.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486400" cy="3931920"/>
          </a:xfrm>
          <a:prstGeom prst="roundRect">
            <a:avLst>
              <a:gd name="adj" fmla="val 3256"/>
            </a:avLst>
          </a:prstGeom>
          <a:solidFill>
            <a:srgbClr val="1717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76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risk forecast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· not hardcoded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09360" y="274320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113659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use beats new construction.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349240" cy="3520440"/>
          </a:xfrm>
          <a:prstGeom prst="roundRect">
            <a:avLst>
              <a:gd name="adj" fmla="val 3636"/>
            </a:avLst>
          </a:prstGeom>
          <a:solidFill>
            <a:srgbClr val="17172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96112" y="3657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wandering blocks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room that might be 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40740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→ score → book → go. The whole thing takes under 10 seconds. Your free period is actually free.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5349240" cy="3520440"/>
          </a:xfrm>
          <a:prstGeom prst="roundRect">
            <a:avLst>
              <a:gd name="adj" fmla="val 3636"/>
            </a:avLst>
          </a:prstGeom>
          <a:solidFill>
            <a:srgbClr val="17172B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UNIVERSITY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6473952" y="3657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on new classrooms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existing ones are full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3952" y="440740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utilization data transforms guesswork into infrastructure planning. See what's unused before you approve what's new.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961888"/>
            <a:ext cx="10908792" cy="548640"/>
          </a:xfrm>
          <a:prstGeom prst="roundRect">
            <a:avLst>
              <a:gd name="adj" fmla="val 16667"/>
            </a:avLst>
          </a:prstGeom>
          <a:solidFill>
            <a:srgbClr val="1F1F3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96188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"Google Maps tells you where a place is. GhostSlot tells you where you should go."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4" name="Shape 2"/>
          <p:cNvSpPr/>
          <p:nvPr/>
        </p:nvSpPr>
        <p:spPr>
          <a:xfrm>
            <a:off x="1207008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6" name="Shape 4"/>
          <p:cNvSpPr/>
          <p:nvPr/>
        </p:nvSpPr>
        <p:spPr>
          <a:xfrm>
            <a:off x="1773936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8" name="Shape 6"/>
          <p:cNvSpPr/>
          <p:nvPr/>
        </p:nvSpPr>
        <p:spPr>
          <a:xfrm>
            <a:off x="2340864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9" name="Shape 7"/>
          <p:cNvSpPr/>
          <p:nvPr/>
        </p:nvSpPr>
        <p:spPr>
          <a:xfrm>
            <a:off x="2624328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D4FF3F"/>
          </a:solidFill>
          <a:ln/>
        </p:spPr>
      </p:sp>
      <p:sp>
        <p:nvSpPr>
          <p:cNvPr id="10" name="Shape 8"/>
          <p:cNvSpPr/>
          <p:nvPr/>
        </p:nvSpPr>
        <p:spPr>
          <a:xfrm>
            <a:off x="2907792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1F1F38"/>
          </a:solidFill>
          <a:ln/>
        </p:spPr>
      </p:sp>
      <p:sp>
        <p:nvSpPr>
          <p:cNvPr id="11" name="Shape 9"/>
          <p:cNvSpPr/>
          <p:nvPr/>
        </p:nvSpPr>
        <p:spPr>
          <a:xfrm>
            <a:off x="3191256" y="5074920"/>
            <a:ext cx="192024" cy="640080"/>
          </a:xfrm>
          <a:prstGeom prst="roundRect">
            <a:avLst>
              <a:gd name="adj" fmla="val 19048"/>
            </a:avLst>
          </a:prstGeom>
          <a:solidFill>
            <a:srgbClr val="1F1F3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</a:t>
            </a:r>
            <a:pPr indent="0" marL="0">
              <a:buNone/>
            </a:pPr>
            <a:r>
              <a:rPr lang="en-US" sz="5200" b="1" dirty="0">
                <a:solidFill>
                  <a:srgbClr val="D4F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58368" y="27249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Built. Working. Desktop + mobile. Ready to demo right now.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58368" y="3401568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717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01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NLP Search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38728" y="3401568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717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3401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Scoring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19088" y="3401568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717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401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Forecast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3785616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717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785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7-Filter Panel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38728" y="3785616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717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3785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Auth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19088" y="3785616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717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785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📱+🖥 Responsive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315968"/>
            <a:ext cx="3291840" cy="512064"/>
          </a:xfrm>
          <a:prstGeom prst="roundRect">
            <a:avLst>
              <a:gd name="adj" fmla="val 21429"/>
            </a:avLst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159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find you a room.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8368" y="623620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[Your Name]  ·  BE CSE, Chandigarh University  ·  BharatX: AI Innovation Arena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2026-09-20T09:01:08Z</dcterms:created>
  <dcterms:modified xsi:type="dcterms:W3CDTF">2026-09-20T09:01:08Z</dcterms:modified>
</cp:coreProperties>
</file>